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D4B"/>
                </a:solidFill>
              </a:defRPr>
            </a:pPr>
            <a:r>
              <a:t>AtmoSync</a:t>
            </a:r>
          </a:p>
          <a:p>
            <a:pPr>
              <a:defRPr sz="3200" b="1">
                <a:solidFill>
                  <a:srgbClr val="192D4B"/>
                </a:solidFill>
              </a:defRPr>
            </a:pPr>
            <a:r>
              <a:t>Micro-Climate Analytics</a:t>
            </a:r>
          </a:p>
          <a:p>
            <a:pPr>
              <a:defRPr sz="2000">
                <a:solidFill>
                  <a:srgbClr val="5A646E"/>
                </a:solidFill>
              </a:defRPr>
            </a:pPr>
            <a:r>
              <a:t>Weather Data Analysis &amp;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A646E"/>
                </a:solidFill>
              </a:defRPr>
            </a:pPr>
            <a:r>
              <a:t>Presented by: Rajesh Devda</a:t>
            </a:r>
          </a:p>
          <a:p>
            <a:pPr>
              <a:spcAft>
                <a:spcPts val="800"/>
              </a:spcAft>
              <a:defRPr sz="1800">
                <a:solidFill>
                  <a:srgbClr val="5A646E"/>
                </a:solidFill>
              </a:defRPr>
            </a:pPr>
            <a:r>
              <a:t>Internship: Infotact Solutions</a:t>
            </a:r>
          </a:p>
          <a:p>
            <a:pPr>
              <a:spcAft>
                <a:spcPts val="800"/>
              </a:spcAft>
              <a:defRPr sz="1800">
                <a:solidFill>
                  <a:srgbClr val="5A646E"/>
                </a:solidFill>
              </a:defRPr>
            </a:pPr>
            <a:r>
              <a:t>Domain: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AtmoSync is a micro-climate analytics project focused on understanding weather patterns across Indian cities.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project uses weather data containing temperature, humidity, rainfall, wind speed, pressure and weather condition.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data is stored in PostgreSQL and analyzed using SQL and Apache Superset.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An interactive dashboard is created to compare cities and communicate insights clearly.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Weather information contains multiple variables that are difficult to compare using raw tables.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A simple analytical view is needed to compare weather conditions across different cities.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project converts weather data into meaningful visual comparisons.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final dashboard helps users quickly understand city-level micro-climate differences.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3.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Collect and prepare weather data for analysis.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Clean and store the data in a structured PostgreSQL database.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Calculate a project-specific Micro-Climate Score.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Compare weather variables across six cities.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Build an interactive Apache Superset dashboard.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Present analytical results in a simple and understandable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4.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Python – data generation, processing and analysis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Pandas – data handling and cleaning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PostgreSQL – structured data storage and SQL analysis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Apache Superset – interactive charts and dashboard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Docker – local environment for Superset and PostgreSQL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CSV – processed dataset exchange and import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5. Data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Source / generated weather data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Python processing and cleaning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Processed CSV dataset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PostgreSQL database: atmosync → weather_data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900" b="0">
                <a:solidFill>
                  <a:srgbClr val="2D3237"/>
                </a:solidFill>
              </a:defRPr>
            </a:pPr>
            <a:r>
              <a:t>Apache Superset → charts → AtmoSync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6. Micro-Climate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A Micro-Climate Score was calculated from the available weather variables.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score combines temperature, humidity, rainfall, wind speed and pressure using project-defined weights.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It is used as a comparative analytical indicator between cities.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Important: this is a project-specific/simulated analytical score, not a real financial arbitrage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7. Superset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2D4B"/>
                </a:solidFill>
              </a:defRPr>
            </a:pPr>
            <a:r>
              <a:t>INSERT FINAL SUPerset DASHBOARD SCREENSHOT HERE</a:t>
            </a:r>
          </a:p>
          <a:p>
            <a:pPr algn="ctr">
              <a:defRPr sz="1400">
                <a:solidFill>
                  <a:srgbClr val="5A646E"/>
                </a:solidFill>
              </a:defRPr>
            </a:pPr>
            <a:r>
              <a:t>7 charts: Temperature • Humidity • Rainfall • Wind Speed • Pressure • Weather Condition • Micro-Climate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8. Dashboard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Average Temperature by City – compares temperature levels between cities.</a:t>
            </a:r>
          </a:p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Average Humidity by City – shows differences in humidity.</a:t>
            </a:r>
          </a:p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Average Rainfall by City – compares average rainfall.</a:t>
            </a:r>
          </a:p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Average Wind Speed by City – compares wind conditions.</a:t>
            </a:r>
          </a:p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Average Pressure by City – compares atmospheric pressure.</a:t>
            </a:r>
          </a:p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Weather Conditions – summarizes recorded weather-condition categories.</a:t>
            </a:r>
          </a:p>
          <a:p>
            <a:pPr>
              <a:spcAft>
                <a:spcPts val="1200"/>
              </a:spcAft>
              <a:defRPr sz="1700" b="0">
                <a:solidFill>
                  <a:srgbClr val="2D3237"/>
                </a:solidFill>
              </a:defRPr>
            </a:pPr>
            <a:r>
              <a:t>Average Micro-Climate Score – provides a single comparative indicator.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9. Results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dashboard provides a single place to compare multiple weather variables.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City-level differences can be identified quickly through visual charts.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PostgreSQL provides structured storage and SQL access to the processed data.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Superset converts the database into an interactive analytics dashboard.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Micro-Climate Score gives an additional comparative view of the cities.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AtmoSync demonstrates an end-to-end data analytics workflow from data preparation to dashboard visualization.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project combines Python, PostgreSQL, Docker and Apache Superset.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The dashboard makes weather comparisons easier to understand and present.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Future scope: use real-time weather APIs, larger historical datasets, forecasting models and automated data refresh.</a:t>
            </a:r>
          </a:p>
          <a:p>
            <a:pPr>
              <a:spcAft>
                <a:spcPts val="1200"/>
              </a:spcAft>
              <a:defRPr sz="2000" b="0">
                <a:solidFill>
                  <a:srgbClr val="2D3237"/>
                </a:solidFill>
              </a:defRPr>
            </a:pPr>
            <a:r>
              <a:t>Future scope: add alerts and more advanced city-level climate indicators.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92D4B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5A646E"/>
                </a:solidFill>
              </a:defRPr>
            </a:pPr>
            <a:r>
              <a:t>AtmoSync – Micro-Climate Analytics</a:t>
            </a:r>
          </a:p>
          <a:p>
            <a:pPr algn="ctr">
              <a:defRPr sz="1800">
                <a:solidFill>
                  <a:srgbClr val="5A646E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